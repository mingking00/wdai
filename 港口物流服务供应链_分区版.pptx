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港口物流服务供应链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645920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上游供应商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822960"/>
            <a:ext cx="5486400" cy="45720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822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物流配给供应商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100584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港务工程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100584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修造船厂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00584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燃料公司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1371600"/>
            <a:ext cx="100584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水电公司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371600"/>
            <a:ext cx="1005840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371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其他配套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1828800"/>
            <a:ext cx="0" cy="36576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286000"/>
            <a:ext cx="1645920" cy="2743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28600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0" y="2286000"/>
            <a:ext cx="6400800" cy="2743200"/>
          </a:xfrm>
          <a:prstGeom prst="rect">
            <a:avLst/>
          </a:prstGeom>
          <a:solidFill>
            <a:srgbClr val="EFF6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3474720"/>
            <a:ext cx="914400" cy="731520"/>
          </a:xfrm>
          <a:prstGeom prst="ellipse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3474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749040"/>
            <a:ext cx="27432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3931920"/>
            <a:ext cx="27432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246888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4871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引航服务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27157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拖轮公司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840480" y="292608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29443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理货服务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31729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理货公司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840480" y="338328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4015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配送服务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36301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配送服务提供商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897880" y="3584448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3337560"/>
            <a:ext cx="1828800" cy="50292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包装、分拣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流通加工公司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40480" y="384048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3858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运输服务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4087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运输服务提供商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897880" y="4041648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3794760"/>
            <a:ext cx="1828800" cy="50292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货代、船代、中转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海陆空联运公司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40480" y="429768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4315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装卸服务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40480" y="45445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装卸公司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840480" y="475488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47731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40480" y="50017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仓储服务提供商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897880" y="4956048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4709160"/>
            <a:ext cx="1828800" cy="50292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4709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保税与非保税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仓储公司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840480" y="5212080"/>
            <a:ext cx="20116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0" y="52303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关检服务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40480" y="54589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一关三检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498080" y="3657600"/>
            <a:ext cx="822960" cy="457200"/>
          </a:xfrm>
          <a:prstGeom prst="rect">
            <a:avLst/>
          </a:prstGeom>
          <a:solidFill>
            <a:srgbClr val="F0FDF4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0" y="3657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销售商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366760" y="3840480"/>
            <a:ext cx="27432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66760" y="3977640"/>
            <a:ext cx="27432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86800" y="3474720"/>
            <a:ext cx="822960" cy="822960"/>
          </a:xfrm>
          <a:prstGeom prst="ellipse">
            <a:avLst/>
          </a:prstGeom>
          <a:solidFill>
            <a:srgbClr val="F0FDF4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0" y="3520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686800" y="3931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需求源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" y="5212080"/>
            <a:ext cx="1645920" cy="9144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5212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下游客户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2286000" y="5212080"/>
            <a:ext cx="5486400" cy="457200"/>
          </a:xfrm>
          <a:prstGeom prst="rect">
            <a:avLst/>
          </a:prstGeom>
          <a:solidFill>
            <a:srgbClr val="F0FDF4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0" y="5212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配套服务提供商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2286000" y="5760720"/>
            <a:ext cx="10058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0" y="5760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设计研究所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383280" y="5760720"/>
            <a:ext cx="10058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83280" y="5760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银行保险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480560" y="5760720"/>
            <a:ext cx="10058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80560" y="5760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劳务公司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577840" y="5760720"/>
            <a:ext cx="10058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77840" y="5760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教育培训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675120" y="5760720"/>
            <a:ext cx="10058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75120" y="57607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其他服务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029200" y="5029200"/>
            <a:ext cx="0" cy="13716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港口物流服务供应链</dc:title>
  <dc:subject>PptxGenJS Presentation</dc:subject>
  <dc:creator>PptxGenJS</dc:creator>
  <cp:lastModifiedBy>PptxGenJS</cp:lastModifiedBy>
  <cp:revision>1</cp:revision>
  <dcterms:created xsi:type="dcterms:W3CDTF">2026-03-18T05:59:59Z</dcterms:created>
  <dcterms:modified xsi:type="dcterms:W3CDTF">2026-03-18T05:59:59Z</dcterms:modified>
</cp:coreProperties>
</file>