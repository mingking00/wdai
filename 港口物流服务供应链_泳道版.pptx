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港口物流服务供应链全景图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100584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1371600" cy="10058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1005840"/>
            <a:ext cx="1828800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物流配给供应商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463040"/>
            <a:ext cx="457200" cy="320040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港务工程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331720" y="1463040"/>
            <a:ext cx="457200" cy="320040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修造船厂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834640" y="1463040"/>
            <a:ext cx="457200" cy="320040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燃料公司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337560" y="1463040"/>
            <a:ext cx="457200" cy="320040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840480" y="1463040"/>
            <a:ext cx="457200" cy="320040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303520" y="1005840"/>
            <a:ext cx="1828800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配套服务提供商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1463040"/>
            <a:ext cx="457200" cy="320040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设计所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806440" y="1463040"/>
            <a:ext cx="457200" cy="320040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23" name="Text 21"/>
          <p:cNvSpPr/>
          <p:nvPr/>
        </p:nvSpPr>
        <p:spPr>
          <a:xfrm>
            <a:off x="580644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银行保险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309360" y="1463040"/>
            <a:ext cx="457200" cy="320040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劳务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12280" y="1463040"/>
            <a:ext cx="457200" cy="320040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315200" y="1463040"/>
            <a:ext cx="457200" cy="320040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566160" y="1965960"/>
            <a:ext cx="0" cy="27432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1965960"/>
            <a:ext cx="0" cy="27432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286000"/>
            <a:ext cx="8595360" cy="21945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74320" y="2286000"/>
            <a:ext cx="1371600" cy="21945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286000"/>
            <a:ext cx="1371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港口物流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服务商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828800" y="3017520"/>
            <a:ext cx="82296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0" y="30175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97480" y="3246120"/>
            <a:ext cx="27432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97480" y="3429000"/>
            <a:ext cx="27432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08960" y="2468880"/>
            <a:ext cx="12801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08960" y="2542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引航服务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108960" y="27980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拖轮公司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572000" y="2468880"/>
            <a:ext cx="12801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2542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理货服务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0" y="27980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理货公司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035040" y="2468880"/>
            <a:ext cx="12801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2542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配送服务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35040" y="27980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最后一公里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108960" y="3200400"/>
            <a:ext cx="12801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32735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运输服务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108960" y="35295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多式联运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572000" y="3200400"/>
            <a:ext cx="12801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32735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装卸服务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0" y="35295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装卸公司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035040" y="3200400"/>
            <a:ext cx="12801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35040" y="32735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仓储服务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035040" y="35295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保税/非保税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931920" y="3931920"/>
            <a:ext cx="12801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31920" y="40050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关检服务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931920" y="426110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一关三检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212080" y="3931920"/>
            <a:ext cx="12801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12080" y="40050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货代服务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212080" y="426110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船代/中转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498080" y="2468880"/>
            <a:ext cx="1097280" cy="457200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64" name="Text 62"/>
          <p:cNvSpPr/>
          <p:nvPr/>
        </p:nvSpPr>
        <p:spPr>
          <a:xfrm>
            <a:off x="7498080" y="24688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包装分拣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315200" y="2697480"/>
            <a:ext cx="164592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98080" y="3200400"/>
            <a:ext cx="1097280" cy="457200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67" name="Text 65"/>
          <p:cNvSpPr/>
          <p:nvPr/>
        </p:nvSpPr>
        <p:spPr>
          <a:xfrm>
            <a:off x="749808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流通加工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315200" y="3429000"/>
            <a:ext cx="164592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498080" y="3931920"/>
            <a:ext cx="1097280" cy="457200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70" name="Text 68"/>
          <p:cNvSpPr/>
          <p:nvPr/>
        </p:nvSpPr>
        <p:spPr>
          <a:xfrm>
            <a:off x="7498080" y="3931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多式联运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315200" y="4160520"/>
            <a:ext cx="164592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15200" y="2880360"/>
            <a:ext cx="36576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74" name="Shape 72"/>
          <p:cNvSpPr/>
          <p:nvPr/>
        </p:nvSpPr>
        <p:spPr>
          <a:xfrm>
            <a:off x="274320" y="4572000"/>
            <a:ext cx="1371600" cy="4572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75" name="Text 73"/>
          <p:cNvSpPr/>
          <p:nvPr/>
        </p:nvSpPr>
        <p:spPr>
          <a:xfrm>
            <a:off x="27432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下游客户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2286000" y="4663440"/>
            <a:ext cx="1097280" cy="274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28600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销售商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429000" y="4754880"/>
            <a:ext cx="22860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429000" y="4892040"/>
            <a:ext cx="22860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749040" y="4617720"/>
            <a:ext cx="91440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4904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客户/需求源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943600" y="4709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供应商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858000" y="4709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港口物流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772400" y="47091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客户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港口物流服务供应链</dc:title>
  <dc:subject>PptxGenJS Presentation</dc:subject>
  <dc:creator>PptxGenJS</dc:creator>
  <cp:lastModifiedBy>PptxGenJS</cp:lastModifiedBy>
  <cp:revision>1</cp:revision>
  <dcterms:created xsi:type="dcterms:W3CDTF">2026-03-18T05:03:51Z</dcterms:created>
  <dcterms:modified xsi:type="dcterms:W3CDTF">2026-03-18T05:03:51Z</dcterms:modified>
</cp:coreProperties>
</file>