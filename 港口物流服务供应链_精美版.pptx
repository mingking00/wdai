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28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港口物流服务供应链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777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Logistics Service Supply Chain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33472" y="1124712"/>
            <a:ext cx="3877056" cy="67665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Shape 5"/>
          <p:cNvSpPr/>
          <p:nvPr/>
        </p:nvSpPr>
        <p:spPr>
          <a:xfrm>
            <a:off x="2651760" y="1143000"/>
            <a:ext cx="384048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2161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物流配给供应商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88920" y="1490472"/>
            <a:ext cx="658368" cy="237744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1490472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港务工程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538728" y="1490472"/>
            <a:ext cx="658368" cy="237744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2" name="Text 10"/>
          <p:cNvSpPr/>
          <p:nvPr/>
        </p:nvSpPr>
        <p:spPr>
          <a:xfrm>
            <a:off x="3538728" y="1490472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修造船厂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288536" y="1490472"/>
            <a:ext cx="658368" cy="237744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4" name="Text 12"/>
          <p:cNvSpPr/>
          <p:nvPr/>
        </p:nvSpPr>
        <p:spPr>
          <a:xfrm>
            <a:off x="4288536" y="1490472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燃料公司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38344" y="1490472"/>
            <a:ext cx="658368" cy="237744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6" name="Text 14"/>
          <p:cNvSpPr/>
          <p:nvPr/>
        </p:nvSpPr>
        <p:spPr>
          <a:xfrm>
            <a:off x="5038344" y="1490472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水电公司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788152" y="1490472"/>
            <a:ext cx="658368" cy="237744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8" name="Text 16"/>
          <p:cNvSpPr/>
          <p:nvPr/>
        </p:nvSpPr>
        <p:spPr>
          <a:xfrm>
            <a:off x="5788152" y="1490472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其他配套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434840" y="1828800"/>
            <a:ext cx="0" cy="256032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1828800"/>
            <a:ext cx="0" cy="256032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2651760"/>
            <a:ext cx="822960" cy="1097280"/>
          </a:xfrm>
          <a:prstGeom prst="ellipse">
            <a:avLst/>
          </a:prstGeom>
          <a:solidFill>
            <a:srgbClr val="1E293B"/>
          </a:solidFill>
          <a:ln w="38100">
            <a:solidFill>
              <a:srgbClr val="D4A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651760"/>
            <a:ext cx="822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97280" y="3063240"/>
            <a:ext cx="137160" cy="0"/>
          </a:xfrm>
          <a:prstGeom prst="line">
            <a:avLst/>
          </a:prstGeom>
          <a:noFill/>
          <a:ln w="31750">
            <a:solidFill>
              <a:srgbClr val="60A5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" y="3246120"/>
            <a:ext cx="137160" cy="0"/>
          </a:xfrm>
          <a:prstGeom prst="line">
            <a:avLst/>
          </a:prstGeom>
          <a:noFill/>
          <a:ln w="31750">
            <a:solidFill>
              <a:srgbClr val="60A5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2728" y="2121408"/>
            <a:ext cx="5541264" cy="224942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6" name="Shape 24"/>
          <p:cNvSpPr/>
          <p:nvPr/>
        </p:nvSpPr>
        <p:spPr>
          <a:xfrm>
            <a:off x="1280160" y="2148840"/>
            <a:ext cx="5486400" cy="21945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Shape 25"/>
          <p:cNvSpPr/>
          <p:nvPr/>
        </p:nvSpPr>
        <p:spPr>
          <a:xfrm>
            <a:off x="1389888" y="2606040"/>
            <a:ext cx="365760" cy="1280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1389888" y="2606040"/>
            <a:ext cx="365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28800" y="2313432"/>
            <a:ext cx="2103120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1828800" y="23134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引航服务：拖轮公司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828800" y="2606040"/>
            <a:ext cx="2103120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1828800" y="26060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理货服务：理货公司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828800" y="2898648"/>
            <a:ext cx="2103120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0" y="28986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配送服务提供商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005072" y="3026664"/>
            <a:ext cx="320040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28800" y="3191256"/>
            <a:ext cx="2103120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1828800" y="31912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运输服务提供商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005072" y="3319272"/>
            <a:ext cx="320040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28800" y="3483864"/>
            <a:ext cx="2103120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1828800" y="34838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装卸服务：装卸公司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828800" y="3776472"/>
            <a:ext cx="2103120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1828800" y="37764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仓储服务提供商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005072" y="3904488"/>
            <a:ext cx="320040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28800" y="4069080"/>
            <a:ext cx="2103120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5" name="Text 43"/>
          <p:cNvSpPr/>
          <p:nvPr/>
        </p:nvSpPr>
        <p:spPr>
          <a:xfrm>
            <a:off x="1828800" y="40690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关检：一关三检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297680" y="2898648"/>
            <a:ext cx="2103120" cy="256032"/>
          </a:xfrm>
          <a:prstGeom prst="rect">
            <a:avLst/>
          </a:prstGeom>
          <a:solidFill>
            <a:srgbClr val="A0AEC0"/>
          </a:solidFill>
          <a:ln/>
        </p:spPr>
      </p:sp>
      <p:sp>
        <p:nvSpPr>
          <p:cNvPr id="47" name="Text 45"/>
          <p:cNvSpPr/>
          <p:nvPr/>
        </p:nvSpPr>
        <p:spPr>
          <a:xfrm>
            <a:off x="4297680" y="28986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包装、分拣流通加工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297680" y="3191256"/>
            <a:ext cx="2103120" cy="530352"/>
          </a:xfrm>
          <a:prstGeom prst="rect">
            <a:avLst/>
          </a:prstGeom>
          <a:solidFill>
            <a:srgbClr val="A0AEC0"/>
          </a:solidFill>
          <a:ln/>
        </p:spPr>
      </p:sp>
      <p:sp>
        <p:nvSpPr>
          <p:cNvPr id="49" name="Text 47"/>
          <p:cNvSpPr/>
          <p:nvPr/>
        </p:nvSpPr>
        <p:spPr>
          <a:xfrm>
            <a:off x="4297680" y="3191256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货代、船代、中转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海、陆、空多式联运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297680" y="3776472"/>
            <a:ext cx="2103120" cy="256032"/>
          </a:xfrm>
          <a:prstGeom prst="rect">
            <a:avLst/>
          </a:prstGeom>
          <a:solidFill>
            <a:srgbClr val="A0AEC0"/>
          </a:solidFill>
          <a:ln/>
        </p:spPr>
      </p:sp>
      <p:sp>
        <p:nvSpPr>
          <p:cNvPr id="51" name="Text 49"/>
          <p:cNvSpPr/>
          <p:nvPr/>
        </p:nvSpPr>
        <p:spPr>
          <a:xfrm>
            <a:off x="4297680" y="37764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保税与非保税仓储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839712" y="3246120"/>
            <a:ext cx="228600" cy="0"/>
          </a:xfrm>
          <a:prstGeom prst="line">
            <a:avLst/>
          </a:prstGeom>
          <a:noFill/>
          <a:ln w="31750">
            <a:solidFill>
              <a:srgbClr val="60A5F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086600" y="2971800"/>
            <a:ext cx="731520" cy="640080"/>
          </a:xfrm>
          <a:prstGeom prst="rect">
            <a:avLst/>
          </a:prstGeom>
          <a:solidFill>
            <a:srgbClr val="1E293B"/>
          </a:solidFill>
          <a:ln w="38100">
            <a:solidFill>
              <a:srgbClr val="D4AF3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86600" y="29718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销售商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863840" y="3200400"/>
            <a:ext cx="182880" cy="0"/>
          </a:xfrm>
          <a:prstGeom prst="line">
            <a:avLst/>
          </a:prstGeom>
          <a:noFill/>
          <a:ln w="31750">
            <a:solidFill>
              <a:srgbClr val="60A5F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863840" y="3383280"/>
            <a:ext cx="182880" cy="0"/>
          </a:xfrm>
          <a:prstGeom prst="line">
            <a:avLst/>
          </a:prstGeom>
          <a:noFill/>
          <a:ln w="31750">
            <a:solidFill>
              <a:srgbClr val="60A5F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138160" y="2743200"/>
            <a:ext cx="822960" cy="1051560"/>
          </a:xfrm>
          <a:prstGeom prst="ellipse">
            <a:avLst/>
          </a:prstGeom>
          <a:solidFill>
            <a:srgbClr val="1E293B"/>
          </a:solidFill>
          <a:ln w="38100">
            <a:solidFill>
              <a:srgbClr val="1E276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38160" y="2743200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需求源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434840" y="4389120"/>
            <a:ext cx="0" cy="22860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09160" y="4389120"/>
            <a:ext cx="0" cy="228600"/>
          </a:xfrm>
          <a:prstGeom prst="line">
            <a:avLst/>
          </a:prstGeom>
          <a:noFill/>
          <a:ln w="38100">
            <a:solidFill>
              <a:srgbClr val="D4AF3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633472" y="4645152"/>
            <a:ext cx="3877056" cy="67665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2" name="Shape 60"/>
          <p:cNvSpPr/>
          <p:nvPr/>
        </p:nvSpPr>
        <p:spPr>
          <a:xfrm>
            <a:off x="2651760" y="4663440"/>
            <a:ext cx="384048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3" name="Text 61"/>
          <p:cNvSpPr/>
          <p:nvPr/>
        </p:nvSpPr>
        <p:spPr>
          <a:xfrm>
            <a:off x="2651760" y="47365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配套服务提供商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2788920" y="5010912"/>
            <a:ext cx="658368" cy="237744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65" name="Text 63"/>
          <p:cNvSpPr/>
          <p:nvPr/>
        </p:nvSpPr>
        <p:spPr>
          <a:xfrm>
            <a:off x="2788920" y="5010912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设计研究所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538728" y="5010912"/>
            <a:ext cx="658368" cy="237744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67" name="Text 65"/>
          <p:cNvSpPr/>
          <p:nvPr/>
        </p:nvSpPr>
        <p:spPr>
          <a:xfrm>
            <a:off x="3538728" y="5010912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银行保险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288536" y="5010912"/>
            <a:ext cx="658368" cy="237744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69" name="Text 67"/>
          <p:cNvSpPr/>
          <p:nvPr/>
        </p:nvSpPr>
        <p:spPr>
          <a:xfrm>
            <a:off x="4288536" y="5010912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劳务公司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5038344" y="5010912"/>
            <a:ext cx="658368" cy="237744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71" name="Text 69"/>
          <p:cNvSpPr/>
          <p:nvPr/>
        </p:nvSpPr>
        <p:spPr>
          <a:xfrm>
            <a:off x="5038344" y="5010912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教育培训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788152" y="5010912"/>
            <a:ext cx="658368" cy="237744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73" name="Text 71"/>
          <p:cNvSpPr/>
          <p:nvPr/>
        </p:nvSpPr>
        <p:spPr>
          <a:xfrm>
            <a:off x="5788152" y="5010912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其他服务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港口物流服务供应链</dc:title>
  <dc:subject>PptxGenJS Presentation</dc:subject>
  <dc:creator>PptxGenJS</dc:creator>
  <cp:lastModifiedBy>PptxGenJS</cp:lastModifiedBy>
  <cp:revision>1</cp:revision>
  <dcterms:created xsi:type="dcterms:W3CDTF">2026-03-18T04:21:38Z</dcterms:created>
  <dcterms:modified xsi:type="dcterms:W3CDTF">2026-03-18T04:21:38Z</dcterms:modified>
</cp:coreProperties>
</file>