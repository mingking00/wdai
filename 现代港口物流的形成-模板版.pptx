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现代港口物流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的形成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of Modern Port Logistics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0" y="32004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1940s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4297680"/>
            <a:ext cx="1828800" cy="45720"/>
          </a:xfrm>
          <a:prstGeom prst="rect">
            <a:avLst/>
          </a:prstGeom>
          <a:solidFill>
            <a:srgbClr val="D4A7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0" y="457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Logistics Evolution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3D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011680" cy="3657600"/>
          </a:xfrm>
          <a:prstGeom prst="rect">
            <a:avLst/>
          </a:prstGeom>
          <a:solidFill>
            <a:srgbClr val="1A4D7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传统物流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Logistics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1097280"/>
            <a:ext cx="2011680" cy="3657600"/>
          </a:xfrm>
          <a:prstGeom prst="rect">
            <a:avLst/>
          </a:prstGeom>
          <a:solidFill>
            <a:srgbClr val="0B4D7C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65176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配送物流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5176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Logistics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2011680" cy="3657600"/>
          </a:xfrm>
          <a:prstGeom prst="rect">
            <a:avLst/>
          </a:prstGeom>
          <a:solidFill>
            <a:srgbClr val="1A4D7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4632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综合物流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Logistics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0" y="1097280"/>
            <a:ext cx="2011680" cy="3657600"/>
          </a:xfrm>
          <a:prstGeom prst="rect">
            <a:avLst/>
          </a:prstGeom>
          <a:solidFill>
            <a:srgbClr val="0B4D7C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384048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D4A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004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040880" y="4297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供应链物流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040880" y="46634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Logistics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3D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7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传统物流阶段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Logistics Phase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0" y="457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1940s+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核心特征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109728" cy="109728"/>
          </a:xfrm>
          <a:prstGeom prst="ellipse">
            <a:avLst/>
          </a:prstGeom>
          <a:solidFill>
            <a:srgbClr val="D4A7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物流功能单一，以运输为主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109728" cy="109728"/>
          </a:xfrm>
          <a:prstGeom prst="ellipse">
            <a:avLst/>
          </a:prstGeom>
          <a:solidFill>
            <a:srgbClr val="D4A73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港口作为纯粹的"运输中心"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109728" cy="109728"/>
          </a:xfrm>
          <a:prstGeom prst="ellipse">
            <a:avLst/>
          </a:prstGeom>
          <a:solidFill>
            <a:srgbClr val="D4A7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主要功能：运输、转运、储存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3D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7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配送物流阶段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Logistics Phase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4572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1960-80s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技术突破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1645920" cy="548640"/>
          </a:xfrm>
          <a:prstGeom prst="rect">
            <a:avLst/>
          </a:prstGeom>
          <a:solidFill>
            <a:srgbClr val="1A4D7C"/>
          </a:solidFill>
          <a:ln w="12700">
            <a:solidFill>
              <a:srgbClr val="D4A7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EDI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电子数据交换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77440" y="2743200"/>
            <a:ext cx="1645920" cy="548640"/>
          </a:xfrm>
          <a:prstGeom prst="rect">
            <a:avLst/>
          </a:prstGeom>
          <a:solidFill>
            <a:srgbClr val="1A4D7C"/>
          </a:solidFill>
          <a:ln w="12700">
            <a:solidFill>
              <a:srgbClr val="D4A7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JIT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准时生产方式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97680" y="2743200"/>
            <a:ext cx="1645920" cy="548640"/>
          </a:xfrm>
          <a:prstGeom prst="rect">
            <a:avLst/>
          </a:prstGeom>
          <a:solidFill>
            <a:srgbClr val="1A4D7C"/>
          </a:solidFill>
          <a:ln w="12700">
            <a:solidFill>
              <a:srgbClr val="D4A7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9768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集装箱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标准化运输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港口成为集"运输、转运、储存、拆装箱、仓储管理、加工"功能于一体的配送中心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3D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7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综合物流阶段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Logistics Phase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0" y="45720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1980-90s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驱动力：电子商务发展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物流向信息化、智能化方向发展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现代港口成为集"四流"于一体的重要物流中心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2926080"/>
            <a:ext cx="118872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9260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商品流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0" y="2926080"/>
            <a:ext cx="118872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9260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信息流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0" y="3657600"/>
            <a:ext cx="118872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36576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资金流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83680" y="3657600"/>
            <a:ext cx="1188720" cy="54864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6576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人才流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D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7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供应链物流阶段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Logistics Phase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0" y="4572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2000s+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时代背景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91440" cy="91440"/>
          </a:xfrm>
          <a:prstGeom prst="ellipse">
            <a:avLst/>
          </a:prstGeom>
          <a:solidFill>
            <a:srgbClr val="D4A7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经济全球化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91440" cy="91440"/>
          </a:xfrm>
          <a:prstGeom prst="ellipse">
            <a:avLst/>
          </a:prstGeom>
          <a:solidFill>
            <a:srgbClr val="D4A73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现代信息技术发展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749040"/>
            <a:ext cx="91440" cy="91440"/>
          </a:xfrm>
          <a:prstGeom prst="ellipse">
            <a:avLst/>
          </a:prstGeom>
          <a:solidFill>
            <a:srgbClr val="D4A73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6576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现代物流和供应链管理快速发展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029200" y="2286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战略转变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0" y="2743200"/>
            <a:ext cx="3657600" cy="1645920"/>
          </a:xfrm>
          <a:prstGeom prst="rect">
            <a:avLst/>
          </a:prstGeom>
          <a:solidFill>
            <a:srgbClr val="1A4D7C"/>
          </a:solidFill>
          <a:ln w="12700">
            <a:solidFill>
              <a:srgbClr val="D4A7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926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从单一的货物装卸和储存场所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3200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12080" y="356616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转变为综合运输体系以及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整个供应链中的重要环节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3D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演进历程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2743200"/>
            <a:ext cx="7315200" cy="45720"/>
          </a:xfrm>
          <a:prstGeom prst="rect">
            <a:avLst/>
          </a:prstGeom>
          <a:solidFill>
            <a:srgbClr val="D4A73A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2606040"/>
            <a:ext cx="274320" cy="2743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011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1940+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1440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传统物流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2606040"/>
            <a:ext cx="274320" cy="274320"/>
          </a:xfrm>
          <a:prstGeom prst="ellipse">
            <a:avLst/>
          </a:prstGeom>
          <a:solidFill>
            <a:srgbClr val="60A5FA"/>
          </a:solidFill>
          <a:ln/>
        </p:spPr>
      </p:sp>
      <p:sp>
        <p:nvSpPr>
          <p:cNvPr id="8" name="Text 6"/>
          <p:cNvSpPr/>
          <p:nvPr/>
        </p:nvSpPr>
        <p:spPr>
          <a:xfrm>
            <a:off x="2926080" y="2011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1960-80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配送物流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0" y="260604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2011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1980-90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综合物流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58000" y="2606040"/>
            <a:ext cx="274320" cy="274320"/>
          </a:xfrm>
          <a:prstGeom prst="ellipse">
            <a:avLst/>
          </a:prstGeom>
          <a:solidFill>
            <a:srgbClr val="D4A73A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2011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2000+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30175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供应链物流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演进维度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4114800"/>
            <a:ext cx="2560320" cy="731520"/>
          </a:xfrm>
          <a:prstGeom prst="rect">
            <a:avLst/>
          </a:prstGeom>
          <a:solidFill>
            <a:srgbClr val="1A4D7C"/>
          </a:solidFill>
          <a:ln w="6350">
            <a:solidFill>
              <a:srgbClr val="D4A7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功能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运输 → 配送 → 综合 → 供应链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4114800"/>
            <a:ext cx="2560320" cy="731520"/>
          </a:xfrm>
          <a:prstGeom prst="rect">
            <a:avLst/>
          </a:prstGeom>
          <a:solidFill>
            <a:srgbClr val="1A4D7C"/>
          </a:solidFill>
          <a:ln w="6350">
            <a:solidFill>
              <a:srgbClr val="D4A7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0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技术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机械化 → 信息化 → 智能化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17920" y="4114800"/>
            <a:ext cx="2560320" cy="731520"/>
          </a:xfrm>
          <a:prstGeom prst="rect">
            <a:avLst/>
          </a:prstGeom>
          <a:solidFill>
            <a:srgbClr val="1A4D7C"/>
          </a:solidFill>
          <a:ln w="6350">
            <a:solidFill>
              <a:srgbClr val="D4A7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0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73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价值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1792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物流节点 → 物流中心 → 供应链枢纽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3D6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现代港口物流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29260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7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全球化与信息技术发展的必然产物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57600" y="3657600"/>
            <a:ext cx="1828800" cy="45720"/>
          </a:xfrm>
          <a:prstGeom prst="rect">
            <a:avLst/>
          </a:prstGeom>
          <a:solidFill>
            <a:srgbClr val="D4A73A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现代港口物流的形成</dc:title>
  <dc:subject>PptxGenJS Presentation</dc:subject>
  <dc:creator>Kimi Claw</dc:creator>
  <cp:lastModifiedBy>Kimi Claw</cp:lastModifiedBy>
  <cp:revision>1</cp:revision>
  <dcterms:created xsi:type="dcterms:W3CDTF">2026-03-11T03:52:36Z</dcterms:created>
  <dcterms:modified xsi:type="dcterms:W3CDTF">2026-03-11T03:52:36Z</dcterms:modified>
</cp:coreProperties>
</file>