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"/>
            <a:ext cx="914400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38100" dir="27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港口物流服务供应链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685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Logistics Service Supply Chain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0" y="1005840"/>
            <a:ext cx="5486400" cy="731520"/>
          </a:xfrm>
          <a:prstGeom prst="roundRect">
            <a:avLst>
              <a:gd name="adj" fmla="val 12500"/>
            </a:avLst>
          </a:prstGeom>
          <a:solidFill>
            <a:srgbClr val="7C2D12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BA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物流配给供应商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371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港务工程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63240" y="1371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修造船厂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371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燃料公司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66360" y="1371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水电公司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371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其他配套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783080"/>
            <a:ext cx="0" cy="32004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148840"/>
            <a:ext cx="6400800" cy="2926080"/>
          </a:xfrm>
          <a:prstGeom prst="roundRect">
            <a:avLst>
              <a:gd name="adj" fmla="val 4688"/>
            </a:avLst>
          </a:prstGeom>
          <a:solidFill>
            <a:srgbClr val="1E3A5F"/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17520"/>
            <a:ext cx="822960" cy="1188720"/>
          </a:xfrm>
          <a:prstGeom prst="ellipse">
            <a:avLst/>
          </a:prstGeom>
          <a:solidFill>
            <a:srgbClr val="7C2D12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01752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DBA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43000" y="3429000"/>
            <a:ext cx="18288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000" y="3611880"/>
            <a:ext cx="18288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2240280"/>
            <a:ext cx="457200" cy="2743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 rot="5400000">
            <a:off x="1463040" y="2286000"/>
            <a:ext cx="457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港口物流服务商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03120" y="23317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967740000" dist="483870000" dir="162000000000">
              <a:srgbClr val="000000">
                <a:alpha val="400000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103120" y="2350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引航服务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2532888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拖轮公司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103120" y="27889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2290298000000" dist="6145149000000" dir="9720000000000000">
              <a:srgbClr val="000000">
                <a:alpha val="4000000000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103120" y="28072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理货服务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103120" y="2990088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理货公司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103120" y="32461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56086784600000000" dist="78043392300000000" dir="583200000000000000000">
              <a:srgbClr val="000000">
                <a:alpha val="4000000000000000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103120" y="32644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配送服务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3120" y="3447288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配送提供商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977640" y="342900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89120" y="32004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FCD34D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包装、分拣流通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加工公司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03120" y="37033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.98230216442e+21" dist="991151082210000000000" dir="3.4992e+25">
              <a:srgbClr val="000000">
                <a:alpha val="4e+24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103120" y="37216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运输服务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03120" y="3904488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运输提供商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977640" y="388620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3657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FCD34D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货代、船代、中转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海陆空联运公司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103120" y="41605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2.5175237488134e+25" dist="1.2587618744067e+25" dir="2.09952e+30">
              <a:srgbClr val="000000">
                <a:alpha val="4e+29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03120" y="4178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装卸服务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03120" y="4361688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装卸公司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103120" y="46177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3.197255160993018e+29" dist="1.598627580496509e+29" dir="1.259712e+35">
              <a:srgbClr val="000000">
                <a:alpha val="4e+34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103120" y="4636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仓储服务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103120" y="4818888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仓储提供商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977640" y="4800600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89120" y="45720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FCD34D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保税与非保税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仓储公司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103120" y="50749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4.0605140544611325e+33" dist="2.0302570272305663e+33" dir="7.558272e+39">
              <a:srgbClr val="000000">
                <a:alpha val="4e+39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103120" y="50932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关检服务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103120" y="5276088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一关三检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75120" y="3383280"/>
            <a:ext cx="548640" cy="548640"/>
          </a:xfrm>
          <a:prstGeom prst="rect">
            <a:avLst/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销售商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269480" y="3611880"/>
            <a:ext cx="2286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69480" y="3794760"/>
            <a:ext cx="2286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89520" y="3246120"/>
            <a:ext cx="822960" cy="822960"/>
          </a:xfrm>
          <a:prstGeom prst="ellipse">
            <a:avLst/>
          </a:prstGeom>
          <a:solidFill>
            <a:srgbClr val="064E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895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589520" y="3657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需求源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572000" y="5120640"/>
            <a:ext cx="0" cy="32004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828800" y="5486400"/>
            <a:ext cx="5486400" cy="73152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25400">
            <a:solidFill>
              <a:srgbClr val="94A3B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0" y="5532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配套服务提供商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011680" y="585216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011680" y="5852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设计研究所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063240" y="585216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63240" y="5852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银行保险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114800" y="585216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14800" y="5852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劳务公司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166360" y="585216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66360" y="5852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教育培训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217920" y="5852160"/>
            <a:ext cx="914400" cy="320040"/>
          </a:xfrm>
          <a:prstGeom prst="roundRect">
            <a:avLst>
              <a:gd name="adj" fmla="val 14286"/>
            </a:avLst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5852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其他服务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0" y="6327648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港口物流服务供应链</dc:title>
  <dc:subject>PptxGenJS Presentation</dc:subject>
  <dc:creator>PptxGenJS</dc:creator>
  <cp:lastModifiedBy>PptxGenJS</cp:lastModifiedBy>
  <cp:revision>1</cp:revision>
  <dcterms:created xsi:type="dcterms:W3CDTF">2026-03-18T05:44:13Z</dcterms:created>
  <dcterms:modified xsi:type="dcterms:W3CDTF">2026-03-18T05:44:13Z</dcterms:modified>
</cp:coreProperties>
</file>