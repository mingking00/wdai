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港口物流服务供应链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840480" y="685800"/>
            <a:ext cx="146304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Shape 2"/>
          <p:cNvSpPr/>
          <p:nvPr/>
        </p:nvSpPr>
        <p:spPr>
          <a:xfrm>
            <a:off x="2514600" y="868680"/>
            <a:ext cx="411480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5C7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14600" y="9418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物流配给供应商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697480" y="1216152"/>
            <a:ext cx="3749040" cy="18288"/>
          </a:xfrm>
          <a:prstGeom prst="rect">
            <a:avLst/>
          </a:prstGeom>
          <a:solidFill>
            <a:srgbClr val="5C7A8A"/>
          </a:solidFill>
          <a:ln/>
        </p:spPr>
      </p:sp>
      <p:sp>
        <p:nvSpPr>
          <p:cNvPr id="7" name="Shape 5"/>
          <p:cNvSpPr/>
          <p:nvPr/>
        </p:nvSpPr>
        <p:spPr>
          <a:xfrm>
            <a:off x="2697480" y="1307592"/>
            <a:ext cx="713232" cy="292608"/>
          </a:xfrm>
          <a:prstGeom prst="rect">
            <a:avLst/>
          </a:prstGeom>
          <a:solidFill>
            <a:srgbClr val="5C7A8A"/>
          </a:solidFill>
          <a:ln/>
        </p:spPr>
      </p:sp>
      <p:sp>
        <p:nvSpPr>
          <p:cNvPr id="8" name="Text 6"/>
          <p:cNvSpPr/>
          <p:nvPr/>
        </p:nvSpPr>
        <p:spPr>
          <a:xfrm>
            <a:off x="2697480" y="1307592"/>
            <a:ext cx="713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港务工程公司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502152" y="1307592"/>
            <a:ext cx="713232" cy="292608"/>
          </a:xfrm>
          <a:prstGeom prst="rect">
            <a:avLst/>
          </a:prstGeom>
          <a:solidFill>
            <a:srgbClr val="5C7A8A"/>
          </a:solidFill>
          <a:ln/>
        </p:spPr>
      </p:sp>
      <p:sp>
        <p:nvSpPr>
          <p:cNvPr id="10" name="Text 8"/>
          <p:cNvSpPr/>
          <p:nvPr/>
        </p:nvSpPr>
        <p:spPr>
          <a:xfrm>
            <a:off x="3502152" y="1307592"/>
            <a:ext cx="713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修造船厂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06824" y="1307592"/>
            <a:ext cx="713232" cy="292608"/>
          </a:xfrm>
          <a:prstGeom prst="rect">
            <a:avLst/>
          </a:prstGeom>
          <a:solidFill>
            <a:srgbClr val="5C7A8A"/>
          </a:solidFill>
          <a:ln/>
        </p:spPr>
      </p:sp>
      <p:sp>
        <p:nvSpPr>
          <p:cNvPr id="12" name="Text 10"/>
          <p:cNvSpPr/>
          <p:nvPr/>
        </p:nvSpPr>
        <p:spPr>
          <a:xfrm>
            <a:off x="4306824" y="1307592"/>
            <a:ext cx="713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燃料公司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111496" y="1307592"/>
            <a:ext cx="713232" cy="292608"/>
          </a:xfrm>
          <a:prstGeom prst="rect">
            <a:avLst/>
          </a:prstGeom>
          <a:solidFill>
            <a:srgbClr val="5C7A8A"/>
          </a:solidFill>
          <a:ln/>
        </p:spPr>
      </p:sp>
      <p:sp>
        <p:nvSpPr>
          <p:cNvPr id="14" name="Text 12"/>
          <p:cNvSpPr/>
          <p:nvPr/>
        </p:nvSpPr>
        <p:spPr>
          <a:xfrm>
            <a:off x="5111496" y="1307592"/>
            <a:ext cx="713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水电公司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16168" y="1307592"/>
            <a:ext cx="713232" cy="292608"/>
          </a:xfrm>
          <a:prstGeom prst="rect">
            <a:avLst/>
          </a:prstGeom>
          <a:solidFill>
            <a:srgbClr val="5C7A8A"/>
          </a:solidFill>
          <a:ln/>
        </p:spPr>
      </p:sp>
      <p:sp>
        <p:nvSpPr>
          <p:cNvPr id="16" name="Text 14"/>
          <p:cNvSpPr/>
          <p:nvPr/>
        </p:nvSpPr>
        <p:spPr>
          <a:xfrm>
            <a:off x="5916168" y="1307592"/>
            <a:ext cx="713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其他配套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97680" y="1719072"/>
            <a:ext cx="0" cy="365760"/>
          </a:xfrm>
          <a:prstGeom prst="line">
            <a:avLst/>
          </a:prstGeom>
          <a:noFill/>
          <a:ln w="31750">
            <a:solidFill>
              <a:srgbClr val="2C3E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1719072"/>
            <a:ext cx="0" cy="365760"/>
          </a:xfrm>
          <a:prstGeom prst="line">
            <a:avLst/>
          </a:prstGeom>
          <a:noFill/>
          <a:ln w="31750">
            <a:solidFill>
              <a:srgbClr val="2C3E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7160" y="2971800"/>
            <a:ext cx="914400" cy="12801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9A2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7160" y="2971800"/>
            <a:ext cx="914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97280" y="3520440"/>
            <a:ext cx="228600" cy="0"/>
          </a:xfrm>
          <a:prstGeom prst="line">
            <a:avLst/>
          </a:prstGeom>
          <a:noFill/>
          <a:ln w="31750">
            <a:solidFill>
              <a:srgbClr val="2C3E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7280" y="3749040"/>
            <a:ext cx="228600" cy="0"/>
          </a:xfrm>
          <a:prstGeom prst="line">
            <a:avLst/>
          </a:prstGeom>
          <a:noFill/>
          <a:ln w="31750">
            <a:solidFill>
              <a:srgbClr val="2C3E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97280" y="2148840"/>
            <a:ext cx="6217920" cy="2926080"/>
          </a:xfrm>
          <a:prstGeom prst="rect">
            <a:avLst/>
          </a:prstGeom>
          <a:solidFill>
            <a:srgbClr val="FFFFFF"/>
          </a:solidFill>
          <a:ln w="38100">
            <a:solidFill>
              <a:srgbClr val="1A2B3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34440" y="2788920"/>
            <a:ext cx="411480" cy="164592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25" name="Text 23"/>
          <p:cNvSpPr/>
          <p:nvPr/>
        </p:nvSpPr>
        <p:spPr>
          <a:xfrm>
            <a:off x="1234440" y="2788920"/>
            <a:ext cx="411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港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务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737360" y="2331720"/>
            <a:ext cx="2377440" cy="329184"/>
          </a:xfrm>
          <a:prstGeom prst="rect">
            <a:avLst/>
          </a:prstGeom>
          <a:solidFill>
            <a:srgbClr val="3D5A73"/>
          </a:solidFill>
          <a:ln/>
        </p:spPr>
      </p:sp>
      <p:sp>
        <p:nvSpPr>
          <p:cNvPr id="27" name="Text 25"/>
          <p:cNvSpPr/>
          <p:nvPr/>
        </p:nvSpPr>
        <p:spPr>
          <a:xfrm>
            <a:off x="1737360" y="233172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引航服务提供商：拖轮公司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737360" y="2715768"/>
            <a:ext cx="2377440" cy="329184"/>
          </a:xfrm>
          <a:prstGeom prst="rect">
            <a:avLst/>
          </a:prstGeom>
          <a:solidFill>
            <a:srgbClr val="3D5A73"/>
          </a:solidFill>
          <a:ln/>
        </p:spPr>
      </p:sp>
      <p:sp>
        <p:nvSpPr>
          <p:cNvPr id="29" name="Text 27"/>
          <p:cNvSpPr/>
          <p:nvPr/>
        </p:nvSpPr>
        <p:spPr>
          <a:xfrm>
            <a:off x="1737360" y="271576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理货服务提供商：理货公司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737360" y="3099816"/>
            <a:ext cx="2377440" cy="329184"/>
          </a:xfrm>
          <a:prstGeom prst="rect">
            <a:avLst/>
          </a:prstGeom>
          <a:solidFill>
            <a:srgbClr val="3D5A73"/>
          </a:solidFill>
          <a:ln/>
        </p:spPr>
      </p:sp>
      <p:sp>
        <p:nvSpPr>
          <p:cNvPr id="31" name="Text 29"/>
          <p:cNvSpPr/>
          <p:nvPr/>
        </p:nvSpPr>
        <p:spPr>
          <a:xfrm>
            <a:off x="1737360" y="3099816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配送服务提供商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206240" y="3264408"/>
            <a:ext cx="457200" cy="0"/>
          </a:xfrm>
          <a:prstGeom prst="line">
            <a:avLst/>
          </a:prstGeom>
          <a:noFill/>
          <a:ln w="25400">
            <a:solidFill>
              <a:srgbClr val="2C3E5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737360" y="3483864"/>
            <a:ext cx="2377440" cy="329184"/>
          </a:xfrm>
          <a:prstGeom prst="rect">
            <a:avLst/>
          </a:prstGeom>
          <a:solidFill>
            <a:srgbClr val="3D5A73"/>
          </a:solidFill>
          <a:ln/>
        </p:spPr>
      </p:sp>
      <p:sp>
        <p:nvSpPr>
          <p:cNvPr id="34" name="Text 32"/>
          <p:cNvSpPr/>
          <p:nvPr/>
        </p:nvSpPr>
        <p:spPr>
          <a:xfrm>
            <a:off x="1737360" y="3483864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运输服务提供商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206240" y="3648456"/>
            <a:ext cx="457200" cy="0"/>
          </a:xfrm>
          <a:prstGeom prst="line">
            <a:avLst/>
          </a:prstGeom>
          <a:noFill/>
          <a:ln w="25400">
            <a:solidFill>
              <a:srgbClr val="2C3E5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737360" y="3867912"/>
            <a:ext cx="2377440" cy="329184"/>
          </a:xfrm>
          <a:prstGeom prst="rect">
            <a:avLst/>
          </a:prstGeom>
          <a:solidFill>
            <a:srgbClr val="3D5A73"/>
          </a:solidFill>
          <a:ln/>
        </p:spPr>
      </p:sp>
      <p:sp>
        <p:nvSpPr>
          <p:cNvPr id="37" name="Text 35"/>
          <p:cNvSpPr/>
          <p:nvPr/>
        </p:nvSpPr>
        <p:spPr>
          <a:xfrm>
            <a:off x="1737360" y="3867912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装卸服务提供商：装卸公司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737360" y="4251960"/>
            <a:ext cx="2377440" cy="329184"/>
          </a:xfrm>
          <a:prstGeom prst="rect">
            <a:avLst/>
          </a:prstGeom>
          <a:solidFill>
            <a:srgbClr val="3D5A73"/>
          </a:solidFill>
          <a:ln/>
        </p:spPr>
      </p:sp>
      <p:sp>
        <p:nvSpPr>
          <p:cNvPr id="39" name="Text 37"/>
          <p:cNvSpPr/>
          <p:nvPr/>
        </p:nvSpPr>
        <p:spPr>
          <a:xfrm>
            <a:off x="1737360" y="425196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仓储服务提供商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206240" y="4416552"/>
            <a:ext cx="457200" cy="0"/>
          </a:xfrm>
          <a:prstGeom prst="line">
            <a:avLst/>
          </a:prstGeom>
          <a:noFill/>
          <a:ln w="25400">
            <a:solidFill>
              <a:srgbClr val="2C3E5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737360" y="4636008"/>
            <a:ext cx="2377440" cy="329184"/>
          </a:xfrm>
          <a:prstGeom prst="rect">
            <a:avLst/>
          </a:prstGeom>
          <a:solidFill>
            <a:srgbClr val="3D5A73"/>
          </a:solidFill>
          <a:ln/>
        </p:spPr>
      </p:sp>
      <p:sp>
        <p:nvSpPr>
          <p:cNvPr id="42" name="Text 40"/>
          <p:cNvSpPr/>
          <p:nvPr/>
        </p:nvSpPr>
        <p:spPr>
          <a:xfrm>
            <a:off x="1737360" y="463600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关检服务机构：一关三检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63440" y="3099816"/>
            <a:ext cx="2377440" cy="329184"/>
          </a:xfrm>
          <a:prstGeom prst="rect">
            <a:avLst/>
          </a:prstGeom>
          <a:solidFill>
            <a:srgbClr val="8FA3B0"/>
          </a:solidFill>
          <a:ln/>
        </p:spPr>
      </p:sp>
      <p:sp>
        <p:nvSpPr>
          <p:cNvPr id="44" name="Text 42"/>
          <p:cNvSpPr/>
          <p:nvPr/>
        </p:nvSpPr>
        <p:spPr>
          <a:xfrm>
            <a:off x="4663440" y="3099816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包装、分拣流通加工公司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663440" y="3483864"/>
            <a:ext cx="2377440" cy="685800"/>
          </a:xfrm>
          <a:prstGeom prst="rect">
            <a:avLst/>
          </a:prstGeom>
          <a:solidFill>
            <a:srgbClr val="8FA3B0"/>
          </a:solidFill>
          <a:ln/>
        </p:spPr>
      </p:sp>
      <p:sp>
        <p:nvSpPr>
          <p:cNvPr id="46" name="Text 44"/>
          <p:cNvSpPr/>
          <p:nvPr/>
        </p:nvSpPr>
        <p:spPr>
          <a:xfrm>
            <a:off x="4663440" y="3483864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货代、船代、中转公司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海、陆、空多式联运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63440" y="4251960"/>
            <a:ext cx="2377440" cy="329184"/>
          </a:xfrm>
          <a:prstGeom prst="rect">
            <a:avLst/>
          </a:prstGeom>
          <a:solidFill>
            <a:srgbClr val="8FA3B0"/>
          </a:solidFill>
          <a:ln/>
        </p:spPr>
      </p:sp>
      <p:sp>
        <p:nvSpPr>
          <p:cNvPr id="48" name="Text 46"/>
          <p:cNvSpPr/>
          <p:nvPr/>
        </p:nvSpPr>
        <p:spPr>
          <a:xfrm>
            <a:off x="4663440" y="425196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保税与非保税仓储公司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406640" y="3520440"/>
            <a:ext cx="274320" cy="0"/>
          </a:xfrm>
          <a:prstGeom prst="line">
            <a:avLst/>
          </a:prstGeom>
          <a:noFill/>
          <a:ln w="31750">
            <a:solidFill>
              <a:srgbClr val="2C3E5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452360" y="3154680"/>
            <a:ext cx="822960" cy="822960"/>
          </a:xfrm>
          <a:prstGeom prst="rect">
            <a:avLst/>
          </a:prstGeom>
          <a:solidFill>
            <a:srgbClr val="FFFFFF"/>
          </a:solidFill>
          <a:ln w="38100">
            <a:solidFill>
              <a:srgbClr val="C9A22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52360" y="3154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销售商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8321040" y="3474720"/>
            <a:ext cx="274320" cy="0"/>
          </a:xfrm>
          <a:prstGeom prst="line">
            <a:avLst/>
          </a:prstGeom>
          <a:noFill/>
          <a:ln w="31750">
            <a:solidFill>
              <a:srgbClr val="2C3E5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321040" y="3703320"/>
            <a:ext cx="274320" cy="0"/>
          </a:xfrm>
          <a:prstGeom prst="line">
            <a:avLst/>
          </a:prstGeom>
          <a:noFill/>
          <a:ln w="31750">
            <a:solidFill>
              <a:srgbClr val="2C3E5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686800" y="2880360"/>
            <a:ext cx="914400" cy="12801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A2B3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686800" y="2880360"/>
            <a:ext cx="914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客户/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需求源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4297680" y="5120640"/>
            <a:ext cx="0" cy="365760"/>
          </a:xfrm>
          <a:prstGeom prst="line">
            <a:avLst/>
          </a:prstGeom>
          <a:noFill/>
          <a:ln w="31750">
            <a:solidFill>
              <a:srgbClr val="2C3E5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846320" y="5120640"/>
            <a:ext cx="0" cy="365760"/>
          </a:xfrm>
          <a:prstGeom prst="line">
            <a:avLst/>
          </a:prstGeom>
          <a:noFill/>
          <a:ln w="31750">
            <a:solidFill>
              <a:srgbClr val="2C3E5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514600" y="5532120"/>
            <a:ext cx="411480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5C7A8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514600" y="56052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配套服务提供商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2697480" y="5879592"/>
            <a:ext cx="3749040" cy="18288"/>
          </a:xfrm>
          <a:prstGeom prst="rect">
            <a:avLst/>
          </a:prstGeom>
          <a:solidFill>
            <a:srgbClr val="5C7A8A"/>
          </a:solidFill>
          <a:ln/>
        </p:spPr>
      </p:sp>
      <p:sp>
        <p:nvSpPr>
          <p:cNvPr id="61" name="Shape 59"/>
          <p:cNvSpPr/>
          <p:nvPr/>
        </p:nvSpPr>
        <p:spPr>
          <a:xfrm>
            <a:off x="2697480" y="5971032"/>
            <a:ext cx="713232" cy="292608"/>
          </a:xfrm>
          <a:prstGeom prst="rect">
            <a:avLst/>
          </a:prstGeom>
          <a:solidFill>
            <a:srgbClr val="5C7A8A"/>
          </a:solidFill>
          <a:ln/>
        </p:spPr>
      </p:sp>
      <p:sp>
        <p:nvSpPr>
          <p:cNvPr id="62" name="Text 60"/>
          <p:cNvSpPr/>
          <p:nvPr/>
        </p:nvSpPr>
        <p:spPr>
          <a:xfrm>
            <a:off x="2697480" y="5971032"/>
            <a:ext cx="713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设计研究所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502152" y="5971032"/>
            <a:ext cx="713232" cy="292608"/>
          </a:xfrm>
          <a:prstGeom prst="rect">
            <a:avLst/>
          </a:prstGeom>
          <a:solidFill>
            <a:srgbClr val="5C7A8A"/>
          </a:solidFill>
          <a:ln/>
        </p:spPr>
      </p:sp>
      <p:sp>
        <p:nvSpPr>
          <p:cNvPr id="64" name="Text 62"/>
          <p:cNvSpPr/>
          <p:nvPr/>
        </p:nvSpPr>
        <p:spPr>
          <a:xfrm>
            <a:off x="3502152" y="5971032"/>
            <a:ext cx="713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银行保险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306824" y="5971032"/>
            <a:ext cx="713232" cy="292608"/>
          </a:xfrm>
          <a:prstGeom prst="rect">
            <a:avLst/>
          </a:prstGeom>
          <a:solidFill>
            <a:srgbClr val="5C7A8A"/>
          </a:solidFill>
          <a:ln/>
        </p:spPr>
      </p:sp>
      <p:sp>
        <p:nvSpPr>
          <p:cNvPr id="66" name="Text 64"/>
          <p:cNvSpPr/>
          <p:nvPr/>
        </p:nvSpPr>
        <p:spPr>
          <a:xfrm>
            <a:off x="4306824" y="5971032"/>
            <a:ext cx="713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劳务公司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5111496" y="5971032"/>
            <a:ext cx="713232" cy="292608"/>
          </a:xfrm>
          <a:prstGeom prst="rect">
            <a:avLst/>
          </a:prstGeom>
          <a:solidFill>
            <a:srgbClr val="5C7A8A"/>
          </a:solidFill>
          <a:ln/>
        </p:spPr>
      </p:sp>
      <p:sp>
        <p:nvSpPr>
          <p:cNvPr id="68" name="Text 66"/>
          <p:cNvSpPr/>
          <p:nvPr/>
        </p:nvSpPr>
        <p:spPr>
          <a:xfrm>
            <a:off x="5111496" y="5971032"/>
            <a:ext cx="713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教育培训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5916168" y="5971032"/>
            <a:ext cx="713232" cy="292608"/>
          </a:xfrm>
          <a:prstGeom prst="rect">
            <a:avLst/>
          </a:prstGeom>
          <a:solidFill>
            <a:srgbClr val="5C7A8A"/>
          </a:solidFill>
          <a:ln/>
        </p:spPr>
      </p:sp>
      <p:sp>
        <p:nvSpPr>
          <p:cNvPr id="70" name="Text 68"/>
          <p:cNvSpPr/>
          <p:nvPr/>
        </p:nvSpPr>
        <p:spPr>
          <a:xfrm>
            <a:off x="5916168" y="5971032"/>
            <a:ext cx="713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其他服务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港口物流服务供应链</dc:title>
  <dc:subject>PptxGenJS Presentation</dc:subject>
  <dc:creator>PptxGenJS</dc:creator>
  <cp:lastModifiedBy>PptxGenJS</cp:lastModifiedBy>
  <cp:revision>1</cp:revision>
  <dcterms:created xsi:type="dcterms:W3CDTF">2026-03-18T04:05:42Z</dcterms:created>
  <dcterms:modified xsi:type="dcterms:W3CDTF">2026-03-18T04:05:42Z</dcterms:modified>
</cp:coreProperties>
</file>