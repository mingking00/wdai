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现代港口物流的形成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of Modern Port Logistics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从传统运输到全球供应链的演进历程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93C5F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内容大纲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发展的四个阶段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从传统物流到供应链物流的演进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传统物流阶段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20世纪40年代 - 基础运输功能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配送物流阶段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20世纪60-80年代 - 技术革新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综合物流阶段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20世纪80-90年代 - 信息化发展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供应链物流阶段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21世纪至今 - 全球化整合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港口物流发展的四个阶段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148840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1940s+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传统物流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148840"/>
            <a:ext cx="365760" cy="3657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1960-80s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配送物流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488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1980-90s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综合物流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1488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供应链物流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核心演进逻辑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功能扩展：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从单一运输 → 综合物流 → 供应链整合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技术驱动：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机械化 → 信息化 → 智能化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价值提升：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物流节点 → 物流中心 → 供应链枢纽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阶段一：传统物流阶段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20世纪40年代以来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物流功能单一</a:t>
            </a:r>
            <a:endParaRPr lang="en-US" sz="1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港口主要作为运输中转站</a:t>
            </a:r>
            <a:endParaRPr lang="en-US" sz="1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物流活动处于初级形态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主要功能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阶段二：配送物流阶段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20世纪60-80年代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关键技术突破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 (电子数据交换)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 (准时生产方式)</a:t>
            </a:r>
            <a:endParaRPr lang="en-US" sz="14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集装箱运输技术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功能扩展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920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4688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9202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920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拆装箱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4688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仓储管理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港口成为集"运输、转运、储存、拆装箱、仓储管理、加工"功能于一体的配送中心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阶段三：综合物流阶段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20世纪80-90年代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驱动力：电子商务发展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物流向信息化、智能化方向发展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现代港口成为集"四流"于一体的重要物流中心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20040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信息流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1097280" cy="10972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资金流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200400"/>
            <a:ext cx="1097280" cy="10972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人才流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阶段四：港口供应链物流阶段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进入21世纪以来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时代背景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经济全球化</a:t>
            </a:r>
            <a:endParaRPr lang="en-US" sz="1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现代信息技术发展</a:t>
            </a:r>
            <a:endParaRPr lang="en-US" sz="14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现代物流和供应链管理快速发展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港口的战略转变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从单一的货物装卸和储存场所转变为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综合运输体系以及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整个供应链中的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重要环节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成为物流服务中心节点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港口物流服务供应链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现代港口物流的形成本质上是港口物流服务供应链的形成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45920" cy="914400"/>
          </a:xfrm>
          <a:prstGeom prst="rect">
            <a:avLst/>
          </a:prstGeom>
          <a:solidFill>
            <a:srgbClr val="E0F2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7315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554480"/>
            <a:ext cx="219456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港口物流中心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核心枢纽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286000"/>
            <a:ext cx="7315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828800"/>
            <a:ext cx="1645920" cy="914400"/>
          </a:xfrm>
          <a:prstGeom prst="rect">
            <a:avLst/>
          </a:prstGeom>
          <a:solidFill>
            <a:srgbClr val="E0F2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服务供应链类似于制造供应链，是一种新的企业组织形态和经营方式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演进逻辑总结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功能维度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运输 → 配送 → 综合 → 供应链整合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技术维度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机械化 → 信息化 → 智能化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7680960" cy="1005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价值维度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物流节点 → 物流中心 → 供应链枢纽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现代港口物流是全球化与信息技术发展的必然产物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现代港口物流的形成</dc:title>
  <dc:subject>PptxGenJS Presentation</dc:subject>
  <dc:creator>Kimi Claw</dc:creator>
  <cp:lastModifiedBy>Kimi Claw</cp:lastModifiedBy>
  <cp:revision>1</cp:revision>
  <dcterms:created xsi:type="dcterms:W3CDTF">2026-03-11T03:42:10Z</dcterms:created>
  <dcterms:modified xsi:type="dcterms:W3CDTF">2026-03-11T03:42:10Z</dcterms:modified>
</cp:coreProperties>
</file>