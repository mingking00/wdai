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港口物流服务供应链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40480" y="685800"/>
            <a:ext cx="146304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2514600" y="86868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5C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14600" y="9418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物流配给供应商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97480" y="1216152"/>
            <a:ext cx="3749040" cy="1828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7" name="Shape 5"/>
          <p:cNvSpPr/>
          <p:nvPr/>
        </p:nvSpPr>
        <p:spPr>
          <a:xfrm>
            <a:off x="2697480" y="130759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3075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港务工程公司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02152" y="130759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3075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修造船厂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06824" y="130759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306824" y="13075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燃料公司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11496" y="130759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1496" y="13075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水电公司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16168" y="130759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16" name="Text 14"/>
          <p:cNvSpPr/>
          <p:nvPr/>
        </p:nvSpPr>
        <p:spPr>
          <a:xfrm>
            <a:off x="5916168" y="13075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其他配套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719072"/>
            <a:ext cx="0" cy="36576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719072"/>
            <a:ext cx="0" cy="36576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" y="2971800"/>
            <a:ext cx="914400" cy="12801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" y="297180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7280" y="3520440"/>
            <a:ext cx="228600" cy="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749040"/>
            <a:ext cx="228600" cy="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2148840"/>
            <a:ext cx="6217920" cy="2926080"/>
          </a:xfrm>
          <a:prstGeom prst="rect">
            <a:avLst/>
          </a:prstGeom>
          <a:solidFill>
            <a:srgbClr val="FFFFFF"/>
          </a:solidFill>
          <a:ln w="38100">
            <a:solidFill>
              <a:srgbClr val="1A2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34440" y="2788920"/>
            <a:ext cx="411480" cy="164592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" y="2788920"/>
            <a:ext cx="411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37360" y="2331720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27" name="Text 25"/>
          <p:cNvSpPr/>
          <p:nvPr/>
        </p:nvSpPr>
        <p:spPr>
          <a:xfrm>
            <a:off x="1737360" y="23317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引航服务提供商：拖轮公司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37360" y="2715768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29" name="Text 27"/>
          <p:cNvSpPr/>
          <p:nvPr/>
        </p:nvSpPr>
        <p:spPr>
          <a:xfrm>
            <a:off x="1737360" y="27157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理货服务提供商：理货公司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3099816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31" name="Text 29"/>
          <p:cNvSpPr/>
          <p:nvPr/>
        </p:nvSpPr>
        <p:spPr>
          <a:xfrm>
            <a:off x="1737360" y="30998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配送服务提供商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3264408"/>
            <a:ext cx="4572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37360" y="3483864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34" name="Text 32"/>
          <p:cNvSpPr/>
          <p:nvPr/>
        </p:nvSpPr>
        <p:spPr>
          <a:xfrm>
            <a:off x="1737360" y="348386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运输服务提供商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06240" y="3648456"/>
            <a:ext cx="4572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37360" y="3867912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37" name="Text 35"/>
          <p:cNvSpPr/>
          <p:nvPr/>
        </p:nvSpPr>
        <p:spPr>
          <a:xfrm>
            <a:off x="1737360" y="386791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装卸服务提供商：装卸公司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737360" y="4251960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39" name="Text 37"/>
          <p:cNvSpPr/>
          <p:nvPr/>
        </p:nvSpPr>
        <p:spPr>
          <a:xfrm>
            <a:off x="1737360" y="4251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仓储服务提供商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06240" y="4416552"/>
            <a:ext cx="4572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37360" y="4636008"/>
            <a:ext cx="2377440" cy="329184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42" name="Text 40"/>
          <p:cNvSpPr/>
          <p:nvPr/>
        </p:nvSpPr>
        <p:spPr>
          <a:xfrm>
            <a:off x="1737360" y="46360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关检服务机构：一关三检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099816"/>
            <a:ext cx="2377440" cy="329184"/>
          </a:xfrm>
          <a:prstGeom prst="rect">
            <a:avLst/>
          </a:prstGeom>
          <a:solidFill>
            <a:srgbClr val="8FA3B0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30998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包装、分拣流通加工公司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483864"/>
            <a:ext cx="2377440" cy="685800"/>
          </a:xfrm>
          <a:prstGeom prst="rect">
            <a:avLst/>
          </a:prstGeom>
          <a:solidFill>
            <a:srgbClr val="8FA3B0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3483864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货代、船代、中转公司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海、陆、空多式联运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4251960"/>
            <a:ext cx="2377440" cy="329184"/>
          </a:xfrm>
          <a:prstGeom prst="rect">
            <a:avLst/>
          </a:prstGeom>
          <a:solidFill>
            <a:srgbClr val="8FA3B0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42519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保税与非保税仓储公司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06640" y="3520440"/>
            <a:ext cx="274320" cy="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52360" y="3154680"/>
            <a:ext cx="822960" cy="822960"/>
          </a:xfrm>
          <a:prstGeom prst="rect">
            <a:avLst/>
          </a:prstGeom>
          <a:solidFill>
            <a:srgbClr val="FFFFFF"/>
          </a:solidFill>
          <a:ln w="38100">
            <a:solidFill>
              <a:srgbClr val="C9A22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52360" y="3154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销售商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321040" y="3474720"/>
            <a:ext cx="274320" cy="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21040" y="3703320"/>
            <a:ext cx="274320" cy="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86800" y="2880360"/>
            <a:ext cx="914400" cy="12801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2B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288036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需求源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297680" y="5120640"/>
            <a:ext cx="0" cy="36576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46320" y="5120640"/>
            <a:ext cx="0" cy="365760"/>
          </a:xfrm>
          <a:prstGeom prst="line">
            <a:avLst/>
          </a:prstGeom>
          <a:noFill/>
          <a:ln w="31750">
            <a:solidFill>
              <a:srgbClr val="2C3E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14600" y="553212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5C7A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14600" y="5605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配套服务提供商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2697480" y="5879592"/>
            <a:ext cx="3749040" cy="1828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1" name="Shape 59"/>
          <p:cNvSpPr/>
          <p:nvPr/>
        </p:nvSpPr>
        <p:spPr>
          <a:xfrm>
            <a:off x="2697480" y="597103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2" name="Text 60"/>
          <p:cNvSpPr/>
          <p:nvPr/>
        </p:nvSpPr>
        <p:spPr>
          <a:xfrm>
            <a:off x="2697480" y="597103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设计研究所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502152" y="597103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4" name="Text 62"/>
          <p:cNvSpPr/>
          <p:nvPr/>
        </p:nvSpPr>
        <p:spPr>
          <a:xfrm>
            <a:off x="3502152" y="597103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银行保险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306824" y="597103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6" name="Text 64"/>
          <p:cNvSpPr/>
          <p:nvPr/>
        </p:nvSpPr>
        <p:spPr>
          <a:xfrm>
            <a:off x="4306824" y="597103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劳务公司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111496" y="597103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68" name="Text 66"/>
          <p:cNvSpPr/>
          <p:nvPr/>
        </p:nvSpPr>
        <p:spPr>
          <a:xfrm>
            <a:off x="5111496" y="597103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教育培训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916168" y="5971032"/>
            <a:ext cx="713232" cy="292608"/>
          </a:xfrm>
          <a:prstGeom prst="rect">
            <a:avLst/>
          </a:prstGeom>
          <a:solidFill>
            <a:srgbClr val="5C7A8A"/>
          </a:solidFill>
          <a:ln/>
        </p:spPr>
      </p:sp>
      <p:sp>
        <p:nvSpPr>
          <p:cNvPr id="70" name="Text 68"/>
          <p:cNvSpPr/>
          <p:nvPr/>
        </p:nvSpPr>
        <p:spPr>
          <a:xfrm>
            <a:off x="5916168" y="597103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其他服务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港口物流服务供应链</dc:title>
  <dc:subject>PptxGenJS Presentation</dc:subject>
  <dc:creator>PptxGenJS</dc:creator>
  <cp:lastModifiedBy>PptxGenJS</cp:lastModifiedBy>
  <cp:revision>1</cp:revision>
  <dcterms:created xsi:type="dcterms:W3CDTF">2026-03-18T04:02:33Z</dcterms:created>
  <dcterms:modified xsi:type="dcterms:W3CDTF">2026-03-18T04:02:33Z</dcterms:modified>
</cp:coreProperties>
</file>