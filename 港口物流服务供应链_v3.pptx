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0" y="502920"/>
            <a:ext cx="3657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C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548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79552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" name="Text 4"/>
          <p:cNvSpPr/>
          <p:nvPr/>
        </p:nvSpPr>
        <p:spPr>
          <a:xfrm>
            <a:off x="2880360" y="795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港务工程公司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593592" y="79552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795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306824" y="79552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0" name="Text 8"/>
          <p:cNvSpPr/>
          <p:nvPr/>
        </p:nvSpPr>
        <p:spPr>
          <a:xfrm>
            <a:off x="4306824" y="795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020056" y="79552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795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水电公司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33288" y="79552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733288" y="795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其他配套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480560" y="1170432"/>
            <a:ext cx="0" cy="22860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170432"/>
            <a:ext cx="0" cy="22860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65960"/>
            <a:ext cx="73152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65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2423160"/>
            <a:ext cx="2286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606040"/>
            <a:ext cx="2286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1417320"/>
            <a:ext cx="54864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874520"/>
            <a:ext cx="320040" cy="146304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187452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74520" y="1554480"/>
            <a:ext cx="2011680" cy="274320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25" name="Text 23"/>
          <p:cNvSpPr/>
          <p:nvPr/>
        </p:nvSpPr>
        <p:spPr>
          <a:xfrm>
            <a:off x="187452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引航服务提供商：拖轮公司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74520" y="1865376"/>
            <a:ext cx="2011680" cy="274320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18653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理货服务提供商：理货公司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74520" y="2176272"/>
            <a:ext cx="2011680" cy="274320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29" name="Text 27"/>
          <p:cNvSpPr/>
          <p:nvPr/>
        </p:nvSpPr>
        <p:spPr>
          <a:xfrm>
            <a:off x="187452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配送服务提供商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959352" y="2313432"/>
            <a:ext cx="36576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74520" y="2487168"/>
            <a:ext cx="2011680" cy="274320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2" name="Text 30"/>
          <p:cNvSpPr/>
          <p:nvPr/>
        </p:nvSpPr>
        <p:spPr>
          <a:xfrm>
            <a:off x="187452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运输服务提供商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59352" y="2624328"/>
            <a:ext cx="36576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74520" y="2798064"/>
            <a:ext cx="2011680" cy="274320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5" name="Text 33"/>
          <p:cNvSpPr/>
          <p:nvPr/>
        </p:nvSpPr>
        <p:spPr>
          <a:xfrm>
            <a:off x="187452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装卸服务提供商：装卸公司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74520" y="3108960"/>
            <a:ext cx="2011680" cy="274320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7" name="Text 35"/>
          <p:cNvSpPr/>
          <p:nvPr/>
        </p:nvSpPr>
        <p:spPr>
          <a:xfrm>
            <a:off x="187452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仓储服务提供商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59352" y="3246120"/>
            <a:ext cx="36576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74520" y="3419856"/>
            <a:ext cx="2011680" cy="274320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40" name="Text 38"/>
          <p:cNvSpPr/>
          <p:nvPr/>
        </p:nvSpPr>
        <p:spPr>
          <a:xfrm>
            <a:off x="1874520" y="3419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关检服务机构：一关三检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0" y="2176272"/>
            <a:ext cx="2011680" cy="274320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包装、分拣流通加工公司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97680" y="2487168"/>
            <a:ext cx="2011680" cy="548640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0" y="24871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货代、船代、中转公司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海、陆、空多式联运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297680" y="3108960"/>
            <a:ext cx="2011680" cy="274320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6" name="Text 44"/>
          <p:cNvSpPr/>
          <p:nvPr/>
        </p:nvSpPr>
        <p:spPr>
          <a:xfrm>
            <a:off x="42976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保税与非保税仓储公司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31152" y="2606040"/>
            <a:ext cx="2286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78040" y="2331720"/>
            <a:ext cx="6858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09560" y="2560320"/>
            <a:ext cx="2286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2743200"/>
            <a:ext cx="2286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2057400"/>
            <a:ext cx="77724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2B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0" y="205740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480560" y="3840480"/>
            <a:ext cx="0" cy="22860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3840480"/>
            <a:ext cx="0" cy="22860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0" y="4114800"/>
            <a:ext cx="3657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C7A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0" y="4160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80360" y="440740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59" name="Text 57"/>
          <p:cNvSpPr/>
          <p:nvPr/>
        </p:nvSpPr>
        <p:spPr>
          <a:xfrm>
            <a:off x="2880360" y="44074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设计研究所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593592" y="440740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1" name="Text 59"/>
          <p:cNvSpPr/>
          <p:nvPr/>
        </p:nvSpPr>
        <p:spPr>
          <a:xfrm>
            <a:off x="3593592" y="44074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306824" y="440740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3" name="Text 61"/>
          <p:cNvSpPr/>
          <p:nvPr/>
        </p:nvSpPr>
        <p:spPr>
          <a:xfrm>
            <a:off x="4306824" y="44074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劳务公司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020056" y="440740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5" name="Text 63"/>
          <p:cNvSpPr/>
          <p:nvPr/>
        </p:nvSpPr>
        <p:spPr>
          <a:xfrm>
            <a:off x="5020056" y="44074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733288" y="4407408"/>
            <a:ext cx="640080" cy="256032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7" name="Text 65"/>
          <p:cNvSpPr/>
          <p:nvPr/>
        </p:nvSpPr>
        <p:spPr>
          <a:xfrm>
            <a:off x="5733288" y="44074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其他服务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2026-03-18T04:09:21Z</dcterms:created>
  <dcterms:modified xsi:type="dcterms:W3CDTF">2026-03-18T04:09:21Z</dcterms:modified>
</cp:coreProperties>
</file>