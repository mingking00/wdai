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港口物流服务供应链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377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EC0"/>
                </a:solidFill>
                <a:latin typeface="Microsoft YaHei"/>
              </a:defRPr>
            </a:pPr>
            <a:r>
              <a:t>Port Logistics Service Supply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港口物流服务供应链</a:t>
            </a:r>
          </a:p>
        </p:txBody>
      </p:sp>
      <p:sp>
        <p:nvSpPr>
          <p:cNvPr id="5" name="Rectangle 4"/>
          <p:cNvSpPr/>
          <p:nvPr/>
        </p:nvSpPr>
        <p:spPr>
          <a:xfrm>
            <a:off x="2633472" y="1124712"/>
            <a:ext cx="3877056" cy="67665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651760" y="1143000"/>
            <a:ext cx="3840480" cy="640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51760" y="1216152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D4AF37"/>
                </a:solidFill>
                <a:latin typeface="Microsoft YaHei"/>
              </a:defRPr>
            </a:pPr>
            <a:r>
              <a:t>物流配给供应商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490472"/>
            <a:ext cx="658368" cy="237744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港务工程</a:t>
            </a:r>
          </a:p>
        </p:txBody>
      </p:sp>
      <p:sp>
        <p:nvSpPr>
          <p:cNvPr id="9" name="Rectangle 8"/>
          <p:cNvSpPr/>
          <p:nvPr/>
        </p:nvSpPr>
        <p:spPr>
          <a:xfrm>
            <a:off x="3538727" y="1490472"/>
            <a:ext cx="658368" cy="237744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修造船厂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88536" y="1490472"/>
            <a:ext cx="658368" cy="237744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燃料公司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38344" y="1490472"/>
            <a:ext cx="658368" cy="237744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水电公司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88152" y="1490472"/>
            <a:ext cx="658368" cy="237744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其他配套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港口物流服务供应链</a:t>
            </a:r>
          </a:p>
        </p:txBody>
      </p:sp>
      <p:sp>
        <p:nvSpPr>
          <p:cNvPr id="5" name="Rectangle 4"/>
          <p:cNvSpPr/>
          <p:nvPr/>
        </p:nvSpPr>
        <p:spPr>
          <a:xfrm>
            <a:off x="2633472" y="1124712"/>
            <a:ext cx="3877056" cy="67665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651760" y="1143000"/>
            <a:ext cx="3840480" cy="640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51760" y="1216152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D4AF37"/>
                </a:solidFill>
                <a:latin typeface="Microsoft YaHei"/>
              </a:defRPr>
            </a:pPr>
            <a:r>
              <a:t>物流配给供应商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490472"/>
            <a:ext cx="658368" cy="237744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港务工程</a:t>
            </a:r>
          </a:p>
        </p:txBody>
      </p:sp>
      <p:sp>
        <p:nvSpPr>
          <p:cNvPr id="9" name="Rectangle 8"/>
          <p:cNvSpPr/>
          <p:nvPr/>
        </p:nvSpPr>
        <p:spPr>
          <a:xfrm>
            <a:off x="3538727" y="1490472"/>
            <a:ext cx="658368" cy="237744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修造船厂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88536" y="1490472"/>
            <a:ext cx="658368" cy="237744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燃料公司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38344" y="1490472"/>
            <a:ext cx="658368" cy="237744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水电公司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88152" y="1490472"/>
            <a:ext cx="658368" cy="237744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其他配套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434840" y="1828800"/>
            <a:ext cx="0" cy="256031"/>
          </a:xfrm>
          <a:prstGeom prst="line">
            <a:avLst/>
          </a:prstGeom>
          <a:ln w="38100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709160" y="1828800"/>
            <a:ext cx="0" cy="256031"/>
          </a:xfrm>
          <a:prstGeom prst="line">
            <a:avLst/>
          </a:prstGeom>
          <a:ln w="38100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228600" y="2651760"/>
            <a:ext cx="822960" cy="1097280"/>
          </a:xfrm>
          <a:prstGeom prst="ellipse">
            <a:avLst/>
          </a:prstGeom>
          <a:solidFill>
            <a:srgbClr val="1E293B"/>
          </a:solidFill>
          <a:ln w="381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D4AF37"/>
                </a:solidFill>
                <a:latin typeface="Microsoft YaHei"/>
              </a:defRPr>
            </a:pPr>
            <a:r>
              <a:t>供应商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97280" y="3063240"/>
            <a:ext cx="137160" cy="0"/>
          </a:xfrm>
          <a:prstGeom prst="line">
            <a:avLst/>
          </a:prstGeom>
          <a:ln w="3175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97280" y="3246120"/>
            <a:ext cx="137160" cy="0"/>
          </a:xfrm>
          <a:prstGeom prst="line">
            <a:avLst/>
          </a:prstGeom>
          <a:ln w="3175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港口物流服务供应链</a:t>
            </a:r>
          </a:p>
        </p:txBody>
      </p:sp>
      <p:sp>
        <p:nvSpPr>
          <p:cNvPr id="5" name="Oval 4"/>
          <p:cNvSpPr/>
          <p:nvPr/>
        </p:nvSpPr>
        <p:spPr>
          <a:xfrm>
            <a:off x="228600" y="2651760"/>
            <a:ext cx="822960" cy="1097280"/>
          </a:xfrm>
          <a:prstGeom prst="ellipse">
            <a:avLst/>
          </a:prstGeom>
          <a:solidFill>
            <a:srgbClr val="1E293B"/>
          </a:solidFill>
          <a:ln w="381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D4AF37"/>
                </a:solidFill>
                <a:latin typeface="Microsoft YaHei"/>
              </a:defRPr>
            </a:pPr>
            <a:r>
              <a:t>供应商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97280" y="3063240"/>
            <a:ext cx="137160" cy="0"/>
          </a:xfrm>
          <a:prstGeom prst="line">
            <a:avLst/>
          </a:prstGeom>
          <a:ln w="3175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97280" y="3246120"/>
            <a:ext cx="137160" cy="0"/>
          </a:xfrm>
          <a:prstGeom prst="line">
            <a:avLst/>
          </a:prstGeom>
          <a:ln w="3175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1252728" y="2121408"/>
            <a:ext cx="5541264" cy="2249424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80160" y="2148840"/>
            <a:ext cx="5486400" cy="2194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89888" y="2606040"/>
            <a:ext cx="365760" cy="12801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港</a:t>
            </a:r>
          </a:p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口</a:t>
            </a:r>
          </a:p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物</a:t>
            </a:r>
          </a:p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流</a:t>
            </a:r>
          </a:p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服</a:t>
            </a:r>
          </a:p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务</a:t>
            </a:r>
          </a:p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