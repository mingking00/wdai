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286000"/>
            <a:ext cx="9144000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7315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港口物流服务供应链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0" y="14630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Logistics Service Supply Chain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2331720"/>
            <a:ext cx="9144000" cy="281178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926080"/>
            <a:ext cx="1828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926080"/>
            <a:ext cx="1828800" cy="731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108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上游供应商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5661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物流配给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配套服务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0" y="2926080"/>
            <a:ext cx="1828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0" y="2926080"/>
            <a:ext cx="1828800" cy="731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0" y="3108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核心服务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0" y="35661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港口物流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全流程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0" y="2926080"/>
            <a:ext cx="1828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2926080"/>
            <a:ext cx="1828800" cy="731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3108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下游客户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0" y="35661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销售商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终端需求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0" y="34747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97706"/>
                </a:solidFill>
              </a:rPr>
              <a:t>→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486400" y="34747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97706"/>
                </a:solidFill>
              </a:rPr>
              <a:t>→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供应链全景图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0" y="822960"/>
            <a:ext cx="3657600" cy="548640"/>
          </a:xfrm>
          <a:prstGeom prst="rect">
            <a:avLst/>
          </a:prstGeom>
          <a:solidFill>
            <a:srgbClr val="FFFFFF"/>
          </a:solidFill>
          <a:ln w="254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822960"/>
            <a:ext cx="3657600" cy="731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0" y="960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物流配给供应商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34640" y="1645920"/>
            <a:ext cx="640080" cy="201168"/>
          </a:xfrm>
          <a:prstGeom prst="rect">
            <a:avLst/>
          </a:prstGeom>
          <a:solidFill>
            <a:srgbClr val="2D4A6F"/>
          </a:solidFill>
          <a:ln/>
        </p:spPr>
      </p:sp>
      <p:sp>
        <p:nvSpPr>
          <p:cNvPr id="8" name="Text 6"/>
          <p:cNvSpPr/>
          <p:nvPr/>
        </p:nvSpPr>
        <p:spPr>
          <a:xfrm>
            <a:off x="2834640" y="164592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港务工程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547872" y="1645920"/>
            <a:ext cx="640080" cy="201168"/>
          </a:xfrm>
          <a:prstGeom prst="rect">
            <a:avLst/>
          </a:prstGeom>
          <a:solidFill>
            <a:srgbClr val="2D4A6F"/>
          </a:solidFill>
          <a:ln/>
        </p:spPr>
      </p:sp>
      <p:sp>
        <p:nvSpPr>
          <p:cNvPr id="10" name="Text 8"/>
          <p:cNvSpPr/>
          <p:nvPr/>
        </p:nvSpPr>
        <p:spPr>
          <a:xfrm>
            <a:off x="3547872" y="164592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修造船厂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261104" y="1645920"/>
            <a:ext cx="640080" cy="201168"/>
          </a:xfrm>
          <a:prstGeom prst="rect">
            <a:avLst/>
          </a:prstGeom>
          <a:solidFill>
            <a:srgbClr val="2D4A6F"/>
          </a:solidFill>
          <a:ln/>
        </p:spPr>
      </p:sp>
      <p:sp>
        <p:nvSpPr>
          <p:cNvPr id="12" name="Text 10"/>
          <p:cNvSpPr/>
          <p:nvPr/>
        </p:nvSpPr>
        <p:spPr>
          <a:xfrm>
            <a:off x="4261104" y="164592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燃料公司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4974336" y="1645920"/>
            <a:ext cx="640080" cy="201168"/>
          </a:xfrm>
          <a:prstGeom prst="rect">
            <a:avLst/>
          </a:prstGeom>
          <a:solidFill>
            <a:srgbClr val="2D4A6F"/>
          </a:solidFill>
          <a:ln/>
        </p:spPr>
      </p:sp>
      <p:sp>
        <p:nvSpPr>
          <p:cNvPr id="14" name="Text 12"/>
          <p:cNvSpPr/>
          <p:nvPr/>
        </p:nvSpPr>
        <p:spPr>
          <a:xfrm>
            <a:off x="4974336" y="164592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水电公司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5687568" y="1645920"/>
            <a:ext cx="640080" cy="201168"/>
          </a:xfrm>
          <a:prstGeom prst="rect">
            <a:avLst/>
          </a:prstGeom>
          <a:solidFill>
            <a:srgbClr val="2D4A6F"/>
          </a:solidFill>
          <a:ln/>
        </p:spPr>
      </p:sp>
      <p:sp>
        <p:nvSpPr>
          <p:cNvPr id="16" name="Text 14"/>
          <p:cNvSpPr/>
          <p:nvPr/>
        </p:nvSpPr>
        <p:spPr>
          <a:xfrm>
            <a:off x="5687568" y="164592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其他配套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480560" y="1389888"/>
            <a:ext cx="0" cy="164592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1389888"/>
            <a:ext cx="0" cy="164592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148840"/>
            <a:ext cx="777240" cy="100584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148840"/>
            <a:ext cx="777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97280" y="2560320"/>
            <a:ext cx="18288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97280" y="2743200"/>
            <a:ext cx="18288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71600" y="1600200"/>
            <a:ext cx="566928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63040" y="1965960"/>
            <a:ext cx="347472" cy="1463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5" name="Text 23"/>
          <p:cNvSpPr/>
          <p:nvPr/>
        </p:nvSpPr>
        <p:spPr>
          <a:xfrm>
            <a:off x="1463040" y="1965960"/>
            <a:ext cx="34747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港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务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874520" y="1746504"/>
            <a:ext cx="2194560" cy="237744"/>
          </a:xfrm>
          <a:prstGeom prst="rect">
            <a:avLst/>
          </a:prstGeom>
          <a:solidFill>
            <a:srgbClr val="2D4A6F"/>
          </a:solidFill>
          <a:ln/>
        </p:spPr>
      </p:sp>
      <p:sp>
        <p:nvSpPr>
          <p:cNvPr id="27" name="Text 25"/>
          <p:cNvSpPr/>
          <p:nvPr/>
        </p:nvSpPr>
        <p:spPr>
          <a:xfrm>
            <a:off x="1874520" y="1746504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引航服务：拖轮公司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874520" y="2039112"/>
            <a:ext cx="2194560" cy="237744"/>
          </a:xfrm>
          <a:prstGeom prst="rect">
            <a:avLst/>
          </a:prstGeom>
          <a:solidFill>
            <a:srgbClr val="2D4A6F"/>
          </a:solidFill>
          <a:ln/>
        </p:spPr>
      </p:sp>
      <p:sp>
        <p:nvSpPr>
          <p:cNvPr id="29" name="Text 27"/>
          <p:cNvSpPr/>
          <p:nvPr/>
        </p:nvSpPr>
        <p:spPr>
          <a:xfrm>
            <a:off x="1874520" y="2039112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理货服务：理货公司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874520" y="2331720"/>
            <a:ext cx="2194560" cy="237744"/>
          </a:xfrm>
          <a:prstGeom prst="rect">
            <a:avLst/>
          </a:prstGeom>
          <a:solidFill>
            <a:srgbClr val="2D4A6F"/>
          </a:solidFill>
          <a:ln/>
        </p:spPr>
      </p:sp>
      <p:sp>
        <p:nvSpPr>
          <p:cNvPr id="31" name="Text 29"/>
          <p:cNvSpPr/>
          <p:nvPr/>
        </p:nvSpPr>
        <p:spPr>
          <a:xfrm>
            <a:off x="1874520" y="233172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配送服务提供商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114800" y="2450592"/>
            <a:ext cx="320040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874520" y="2624328"/>
            <a:ext cx="2194560" cy="237744"/>
          </a:xfrm>
          <a:prstGeom prst="rect">
            <a:avLst/>
          </a:prstGeom>
          <a:solidFill>
            <a:srgbClr val="2D4A6F"/>
          </a:solidFill>
          <a:ln/>
        </p:spPr>
      </p:sp>
      <p:sp>
        <p:nvSpPr>
          <p:cNvPr id="34" name="Text 32"/>
          <p:cNvSpPr/>
          <p:nvPr/>
        </p:nvSpPr>
        <p:spPr>
          <a:xfrm>
            <a:off x="1874520" y="262432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运输服务提供商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114800" y="2743200"/>
            <a:ext cx="320040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874520" y="2916936"/>
            <a:ext cx="2194560" cy="237744"/>
          </a:xfrm>
          <a:prstGeom prst="rect">
            <a:avLst/>
          </a:prstGeom>
          <a:solidFill>
            <a:srgbClr val="2D4A6F"/>
          </a:solidFill>
          <a:ln/>
        </p:spPr>
      </p:sp>
      <p:sp>
        <p:nvSpPr>
          <p:cNvPr id="37" name="Text 35"/>
          <p:cNvSpPr/>
          <p:nvPr/>
        </p:nvSpPr>
        <p:spPr>
          <a:xfrm>
            <a:off x="1874520" y="2916936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装卸服务：装卸公司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874520" y="3209544"/>
            <a:ext cx="2194560" cy="237744"/>
          </a:xfrm>
          <a:prstGeom prst="rect">
            <a:avLst/>
          </a:prstGeom>
          <a:solidFill>
            <a:srgbClr val="2D4A6F"/>
          </a:solidFill>
          <a:ln/>
        </p:spPr>
      </p:sp>
      <p:sp>
        <p:nvSpPr>
          <p:cNvPr id="39" name="Text 37"/>
          <p:cNvSpPr/>
          <p:nvPr/>
        </p:nvSpPr>
        <p:spPr>
          <a:xfrm>
            <a:off x="1874520" y="3209544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仓储服务提供商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114800" y="3328416"/>
            <a:ext cx="320040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874520" y="3502152"/>
            <a:ext cx="2194560" cy="237744"/>
          </a:xfrm>
          <a:prstGeom prst="rect">
            <a:avLst/>
          </a:prstGeom>
          <a:solidFill>
            <a:srgbClr val="2D4A6F"/>
          </a:solidFill>
          <a:ln/>
        </p:spPr>
      </p:sp>
      <p:sp>
        <p:nvSpPr>
          <p:cNvPr id="42" name="Text 40"/>
          <p:cNvSpPr/>
          <p:nvPr/>
        </p:nvSpPr>
        <p:spPr>
          <a:xfrm>
            <a:off x="1874520" y="3502152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关检服务机构：一关三检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526280" y="2331720"/>
            <a:ext cx="2103120" cy="237744"/>
          </a:xfrm>
          <a:prstGeom prst="rect">
            <a:avLst/>
          </a:prstGeom>
          <a:solidFill>
            <a:srgbClr val="F3F4F6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26280" y="2331720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包装、分拣流通加工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4526280" y="2624328"/>
            <a:ext cx="2103120" cy="530352"/>
          </a:xfrm>
          <a:prstGeom prst="rect">
            <a:avLst/>
          </a:prstGeom>
          <a:solidFill>
            <a:srgbClr val="F3F4F6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26280" y="2624328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货代、船代、中转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海、陆、空多式联运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4526280" y="3209544"/>
            <a:ext cx="2103120" cy="237744"/>
          </a:xfrm>
          <a:prstGeom prst="rect">
            <a:avLst/>
          </a:prstGeom>
          <a:solidFill>
            <a:srgbClr val="F3F4F6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26280" y="3209544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保税与非保税仓储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7086600" y="2697480"/>
            <a:ext cx="182880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178040" y="2377440"/>
            <a:ext cx="731520" cy="594360"/>
          </a:xfrm>
          <a:prstGeom prst="rect">
            <a:avLst/>
          </a:prstGeom>
          <a:solidFill>
            <a:srgbClr val="FFFFFF"/>
          </a:solidFill>
          <a:ln w="31750">
            <a:solidFill>
              <a:srgbClr val="D9770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178040" y="237744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销售商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955280" y="2606040"/>
            <a:ext cx="164592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955280" y="2770632"/>
            <a:ext cx="164592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183880" y="2148840"/>
            <a:ext cx="822960" cy="105156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E3A5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183880" y="2148840"/>
            <a:ext cx="822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需求源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480560" y="3822192"/>
            <a:ext cx="0" cy="164592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663440" y="3822192"/>
            <a:ext cx="0" cy="164592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0" y="4023360"/>
            <a:ext cx="3657600" cy="548640"/>
          </a:xfrm>
          <a:prstGeom prst="rect">
            <a:avLst/>
          </a:prstGeom>
          <a:solidFill>
            <a:srgbClr val="FFFFFF"/>
          </a:solidFill>
          <a:ln w="25400">
            <a:solidFill>
              <a:srgbClr val="1E3A5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743200" y="4023360"/>
            <a:ext cx="3657600" cy="731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0" name="Text 58"/>
          <p:cNvSpPr/>
          <p:nvPr/>
        </p:nvSpPr>
        <p:spPr>
          <a:xfrm>
            <a:off x="2743200" y="4160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配套服务提供商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2834640" y="4709160"/>
            <a:ext cx="640080" cy="201168"/>
          </a:xfrm>
          <a:prstGeom prst="rect">
            <a:avLst/>
          </a:prstGeom>
          <a:solidFill>
            <a:srgbClr val="2D4A6F"/>
          </a:solidFill>
          <a:ln/>
        </p:spPr>
      </p:sp>
      <p:sp>
        <p:nvSpPr>
          <p:cNvPr id="62" name="Text 60"/>
          <p:cNvSpPr/>
          <p:nvPr/>
        </p:nvSpPr>
        <p:spPr>
          <a:xfrm>
            <a:off x="2834640" y="470916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设计研究所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3547872" y="4709160"/>
            <a:ext cx="640080" cy="201168"/>
          </a:xfrm>
          <a:prstGeom prst="rect">
            <a:avLst/>
          </a:prstGeom>
          <a:solidFill>
            <a:srgbClr val="2D4A6F"/>
          </a:solidFill>
          <a:ln/>
        </p:spPr>
      </p:sp>
      <p:sp>
        <p:nvSpPr>
          <p:cNvPr id="64" name="Text 62"/>
          <p:cNvSpPr/>
          <p:nvPr/>
        </p:nvSpPr>
        <p:spPr>
          <a:xfrm>
            <a:off x="3547872" y="470916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银行保险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4261104" y="4709160"/>
            <a:ext cx="640080" cy="201168"/>
          </a:xfrm>
          <a:prstGeom prst="rect">
            <a:avLst/>
          </a:prstGeom>
          <a:solidFill>
            <a:srgbClr val="2D4A6F"/>
          </a:solidFill>
          <a:ln/>
        </p:spPr>
      </p:sp>
      <p:sp>
        <p:nvSpPr>
          <p:cNvPr id="66" name="Text 64"/>
          <p:cNvSpPr/>
          <p:nvPr/>
        </p:nvSpPr>
        <p:spPr>
          <a:xfrm>
            <a:off x="4261104" y="470916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劳务公司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4974336" y="4709160"/>
            <a:ext cx="640080" cy="201168"/>
          </a:xfrm>
          <a:prstGeom prst="rect">
            <a:avLst/>
          </a:prstGeom>
          <a:solidFill>
            <a:srgbClr val="2D4A6F"/>
          </a:solidFill>
          <a:ln/>
        </p:spPr>
      </p:sp>
      <p:sp>
        <p:nvSpPr>
          <p:cNvPr id="68" name="Text 66"/>
          <p:cNvSpPr/>
          <p:nvPr/>
        </p:nvSpPr>
        <p:spPr>
          <a:xfrm>
            <a:off x="4974336" y="470916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教育培训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5687568" y="4709160"/>
            <a:ext cx="640080" cy="201168"/>
          </a:xfrm>
          <a:prstGeom prst="rect">
            <a:avLst/>
          </a:prstGeom>
          <a:solidFill>
            <a:srgbClr val="2D4A6F"/>
          </a:solidFill>
          <a:ln/>
        </p:spPr>
      </p:sp>
      <p:sp>
        <p:nvSpPr>
          <p:cNvPr id="70" name="Text 68"/>
          <p:cNvSpPr/>
          <p:nvPr/>
        </p:nvSpPr>
        <p:spPr>
          <a:xfrm>
            <a:off x="5687568" y="470916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其他服务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港口物流核心服务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0116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2011680" cy="5486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114300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143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⚓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18745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引航服务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拖轮公司提供专业引航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60320" y="914400"/>
            <a:ext cx="20116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0" y="914400"/>
            <a:ext cx="201168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2" name="Shape 10"/>
          <p:cNvSpPr/>
          <p:nvPr/>
        </p:nvSpPr>
        <p:spPr>
          <a:xfrm>
            <a:off x="3246120" y="1143000"/>
            <a:ext cx="640080" cy="64008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3246120" y="1143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📋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560320" y="18745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理货服务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51760" y="2194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货物清点与记录管理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914400"/>
            <a:ext cx="20116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914400"/>
            <a:ext cx="2011680" cy="5486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8" name="Shape 16"/>
          <p:cNvSpPr/>
          <p:nvPr/>
        </p:nvSpPr>
        <p:spPr>
          <a:xfrm>
            <a:off x="5440680" y="114300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9" name="Text 17"/>
          <p:cNvSpPr/>
          <p:nvPr/>
        </p:nvSpPr>
        <p:spPr>
          <a:xfrm>
            <a:off x="5440680" y="1143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🚚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754880" y="18745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配送服务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2194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最后一公里配送方案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949440" y="914400"/>
            <a:ext cx="20116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49440" y="914400"/>
            <a:ext cx="201168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4" name="Shape 22"/>
          <p:cNvSpPr/>
          <p:nvPr/>
        </p:nvSpPr>
        <p:spPr>
          <a:xfrm>
            <a:off x="7635240" y="1143000"/>
            <a:ext cx="640080" cy="64008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5" name="Text 23"/>
          <p:cNvSpPr/>
          <p:nvPr/>
        </p:nvSpPr>
        <p:spPr>
          <a:xfrm>
            <a:off x="7635240" y="1143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🚢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949440" y="18745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运输服务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040880" y="2194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多式联运整合服务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2926080"/>
            <a:ext cx="20116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2926080"/>
            <a:ext cx="2011680" cy="5486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0" name="Shape 28"/>
          <p:cNvSpPr/>
          <p:nvPr/>
        </p:nvSpPr>
        <p:spPr>
          <a:xfrm>
            <a:off x="1051560" y="315468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1" name="Text 29"/>
          <p:cNvSpPr/>
          <p:nvPr/>
        </p:nvSpPr>
        <p:spPr>
          <a:xfrm>
            <a:off x="1051560" y="3154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🏗️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365760" y="3886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装卸服务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4206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高效安全的装卸作业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560320" y="2926080"/>
            <a:ext cx="20116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560320" y="2926080"/>
            <a:ext cx="201168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6" name="Shape 34"/>
          <p:cNvSpPr/>
          <p:nvPr/>
        </p:nvSpPr>
        <p:spPr>
          <a:xfrm>
            <a:off x="3246120" y="3154680"/>
            <a:ext cx="640080" cy="64008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7" name="Text 35"/>
          <p:cNvSpPr/>
          <p:nvPr/>
        </p:nvSpPr>
        <p:spPr>
          <a:xfrm>
            <a:off x="3246120" y="3154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🏭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2560320" y="3886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仓储服务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2651760" y="4206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保税与非保税仓储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54880" y="2926080"/>
            <a:ext cx="20116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54880" y="2926080"/>
            <a:ext cx="2011680" cy="5486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2" name="Shape 40"/>
          <p:cNvSpPr/>
          <p:nvPr/>
        </p:nvSpPr>
        <p:spPr>
          <a:xfrm>
            <a:off x="5440680" y="315468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3" name="Text 41"/>
          <p:cNvSpPr/>
          <p:nvPr/>
        </p:nvSpPr>
        <p:spPr>
          <a:xfrm>
            <a:off x="5440680" y="3154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🔍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4754880" y="3886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关检服务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4846320" y="4206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一关三检通关服务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供应链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核心价值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Value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931920" y="457200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3931920" y="457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0" y="4572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高效整合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0" y="8229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上下游资源整合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一站式服务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931920" y="1280160"/>
            <a:ext cx="49377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920" y="1645920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393192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0" y="16459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成本控制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0" y="20116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优化物流成本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提升运营效率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931920" y="2468880"/>
            <a:ext cx="49377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31920" y="2834640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393192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0" y="28346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服务质量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0" y="32004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专业化服务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标准化流程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931920" y="3657600"/>
            <a:ext cx="49377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931920" y="4023360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393192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40233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客户满意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72000" y="43891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快速响应需求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持续改进优化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港口物流服务供应链</dc:title>
  <dc:subject>PptxGenJS Presentation</dc:subject>
  <dc:creator>PptxGenJS</dc:creator>
  <cp:lastModifiedBy>PptxGenJS</cp:lastModifiedBy>
  <cp:revision>1</cp:revision>
  <dcterms:created xsi:type="dcterms:W3CDTF">2026-03-18T04:47:58Z</dcterms:created>
  <dcterms:modified xsi:type="dcterms:W3CDTF">2026-03-18T04:47:58Z</dcterms:modified>
</cp:coreProperties>
</file>